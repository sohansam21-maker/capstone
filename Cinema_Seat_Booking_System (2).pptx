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5"/>
  </p:notesMasterIdLst>
  <p:sldIdLst>
    <p:sldId id="269" r:id="rId3"/>
    <p:sldId id="271" r:id="rId4"/>
    <p:sldId id="273" r:id="rId5"/>
    <p:sldId id="274" r:id="rId6"/>
    <p:sldId id="258" r:id="rId7"/>
    <p:sldId id="259" r:id="rId8"/>
    <p:sldId id="260" r:id="rId9"/>
    <p:sldId id="263" r:id="rId10"/>
    <p:sldId id="264" r:id="rId11"/>
    <p:sldId id="266" r:id="rId12"/>
    <p:sldId id="267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580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506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00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rawpixel.com/search/screen%20cinema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uthiharshadeep-lang/Batch-32-PSPJ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876800" cy="4876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84960" y="5242560"/>
            <a:ext cx="3657600" cy="36576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97536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MINI PROJECT</a:t>
            </a:r>
            <a:endParaRPr lang="en-US" sz="1867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24000"/>
            <a:ext cx="8534400" cy="19507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Seat</a:t>
            </a:r>
            <a:endParaRPr lang="en-US" sz="5867" dirty="0"/>
          </a:p>
          <a:p>
            <a:r>
              <a:rPr lang="en-US" sz="5867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5867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133" dirty="0"/>
          </a:p>
        </p:txBody>
      </p:sp>
      <p:sp>
        <p:nvSpPr>
          <p:cNvPr id="7" name="Shape 5"/>
          <p:cNvSpPr/>
          <p:nvPr/>
        </p:nvSpPr>
        <p:spPr>
          <a:xfrm>
            <a:off x="731520" y="4267200"/>
            <a:ext cx="3413760" cy="1402080"/>
          </a:xfrm>
          <a:prstGeom prst="roundRect">
            <a:avLst>
              <a:gd name="adj" fmla="val 13043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267200"/>
            <a:ext cx="34137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Rithvik</a:t>
            </a:r>
            <a:endParaRPr lang="en-US" sz="2267" dirty="0"/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2620030592</a:t>
            </a:r>
            <a:endParaRPr lang="en-US" sz="2267" dirty="0"/>
          </a:p>
        </p:txBody>
      </p:sp>
      <p:sp>
        <p:nvSpPr>
          <p:cNvPr id="9" name="Shape 7"/>
          <p:cNvSpPr/>
          <p:nvPr/>
        </p:nvSpPr>
        <p:spPr>
          <a:xfrm>
            <a:off x="4389120" y="4267200"/>
            <a:ext cx="3413760" cy="1402080"/>
          </a:xfrm>
          <a:prstGeom prst="roundRect">
            <a:avLst>
              <a:gd name="adj" fmla="val 1304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4267200"/>
            <a:ext cx="34137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Deep</a:t>
            </a:r>
            <a:endParaRPr lang="en-US" sz="2267" dirty="0"/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2620030193</a:t>
            </a:r>
            <a:endParaRPr lang="en-US" sz="2267" dirty="0"/>
          </a:p>
        </p:txBody>
      </p:sp>
      <p:sp>
        <p:nvSpPr>
          <p:cNvPr id="11" name="Shape 9"/>
          <p:cNvSpPr/>
          <p:nvPr/>
        </p:nvSpPr>
        <p:spPr>
          <a:xfrm>
            <a:off x="8046720" y="4267200"/>
            <a:ext cx="3413760" cy="1402080"/>
          </a:xfrm>
          <a:prstGeom prst="roundRect">
            <a:avLst>
              <a:gd name="adj" fmla="val 13043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4267200"/>
            <a:ext cx="3413760" cy="1402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 Samuel</a:t>
            </a:r>
            <a:endParaRPr lang="en-US" sz="2267" dirty="0"/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2620030394</a:t>
            </a:r>
            <a:endParaRPr lang="en-US" sz="2267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7EC630-77B2-BB2D-5435-530CFEC9A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53200" y="283971"/>
            <a:ext cx="4656667" cy="3861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9080" y="-1554480"/>
            <a:ext cx="4876800" cy="4876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3" name="Shape 1"/>
          <p:cNvSpPr/>
          <p:nvPr/>
        </p:nvSpPr>
        <p:spPr>
          <a:xfrm>
            <a:off x="-1584960" y="5242560"/>
            <a:ext cx="3657600" cy="36576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4520" y="264796"/>
            <a:ext cx="8534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121920" y="985839"/>
            <a:ext cx="6827520" cy="2851056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3680" y="304800"/>
            <a:ext cx="6217920" cy="390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Cinema Seat Booking System is a Java-based application that lets users choose a movie, view the seat layout and book tickets. It calculates the fare based on the seat type, applies a group discount on bulk bookings and generates a bill for the customer. The system makes ticket booking fast, simple and error-free.</a:t>
            </a:r>
            <a:endParaRPr lang="en-US" sz="2267" dirty="0"/>
          </a:p>
        </p:txBody>
      </p:sp>
      <p:sp>
        <p:nvSpPr>
          <p:cNvPr id="7" name="Shape 5"/>
          <p:cNvSpPr/>
          <p:nvPr/>
        </p:nvSpPr>
        <p:spPr>
          <a:xfrm>
            <a:off x="8046720" y="1584960"/>
            <a:ext cx="3413760" cy="1341120"/>
          </a:xfrm>
          <a:prstGeom prst="roundRect">
            <a:avLst>
              <a:gd name="adj" fmla="val 1363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1584960"/>
            <a:ext cx="34137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2933" dirty="0"/>
          </a:p>
        </p:txBody>
      </p:sp>
      <p:sp>
        <p:nvSpPr>
          <p:cNvPr id="9" name="Shape 7"/>
          <p:cNvSpPr/>
          <p:nvPr/>
        </p:nvSpPr>
        <p:spPr>
          <a:xfrm>
            <a:off x="8046720" y="3108960"/>
            <a:ext cx="3413760" cy="1341120"/>
          </a:xfrm>
          <a:prstGeom prst="roundRect">
            <a:avLst>
              <a:gd name="adj" fmla="val 1363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3108960"/>
            <a:ext cx="34137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2933" dirty="0"/>
          </a:p>
        </p:txBody>
      </p:sp>
      <p:sp>
        <p:nvSpPr>
          <p:cNvPr id="11" name="Shape 9"/>
          <p:cNvSpPr/>
          <p:nvPr/>
        </p:nvSpPr>
        <p:spPr>
          <a:xfrm>
            <a:off x="8046720" y="4632960"/>
            <a:ext cx="3413760" cy="1341120"/>
          </a:xfrm>
          <a:prstGeom prst="roundRect">
            <a:avLst>
              <a:gd name="adj" fmla="val 13636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4632960"/>
            <a:ext cx="341376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Error-free</a:t>
            </a:r>
            <a:endParaRPr lang="en-US" sz="29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876800" cy="4876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84960" y="5242560"/>
            <a:ext cx="3657600" cy="36576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26720"/>
            <a:ext cx="8534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267" dirty="0"/>
          </a:p>
        </p:txBody>
      </p:sp>
      <p:sp>
        <p:nvSpPr>
          <p:cNvPr id="5" name="Shape 3"/>
          <p:cNvSpPr/>
          <p:nvPr/>
        </p:nvSpPr>
        <p:spPr>
          <a:xfrm>
            <a:off x="731520" y="1584960"/>
            <a:ext cx="5242560" cy="2072640"/>
          </a:xfrm>
          <a:prstGeom prst="roundRect">
            <a:avLst>
              <a:gd name="adj" fmla="val 8824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320" y="170688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533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cinema seat should be quick, clear and reliable for every viewer.</a:t>
            </a:r>
            <a:endParaRPr lang="en-US" sz="2533" dirty="0"/>
          </a:p>
        </p:txBody>
      </p:sp>
      <p:sp>
        <p:nvSpPr>
          <p:cNvPr id="7" name="Shape 5"/>
          <p:cNvSpPr/>
          <p:nvPr/>
        </p:nvSpPr>
        <p:spPr>
          <a:xfrm>
            <a:off x="6217920" y="1584960"/>
            <a:ext cx="5242560" cy="2072640"/>
          </a:xfrm>
          <a:prstGeom prst="roundRect">
            <a:avLst>
              <a:gd name="adj" fmla="val 882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22720" y="170688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533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application to select a movie, choose seats and get a bill instantly.</a:t>
            </a:r>
            <a:endParaRPr lang="en-US" sz="2533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242560" cy="2072640"/>
          </a:xfrm>
          <a:prstGeom prst="roundRect">
            <a:avLst>
              <a:gd name="adj" fmla="val 882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6320" y="398145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533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for customers and calculates fares and discounts automatically.</a:t>
            </a:r>
            <a:endParaRPr lang="en-US" sz="2533" dirty="0"/>
          </a:p>
        </p:txBody>
      </p:sp>
      <p:sp>
        <p:nvSpPr>
          <p:cNvPr id="11" name="Shape 9"/>
          <p:cNvSpPr/>
          <p:nvPr/>
        </p:nvSpPr>
        <p:spPr>
          <a:xfrm>
            <a:off x="6217920" y="3840480"/>
            <a:ext cx="5242560" cy="2072640"/>
          </a:xfrm>
          <a:prstGeom prst="roundRect">
            <a:avLst>
              <a:gd name="adj" fmla="val 8824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2720" y="3962400"/>
            <a:ext cx="4632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533" dirty="0"/>
          </a:p>
          <a:p>
            <a:pPr>
              <a:spcAft>
                <a:spcPts val="800"/>
              </a:spcAft>
            </a:pPr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simple, user-friendly system that is easy to use and extend.</a:t>
            </a:r>
            <a:endParaRPr lang="en-US" sz="25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876800" cy="48768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84960" y="5242560"/>
            <a:ext cx="3657600" cy="36576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26720"/>
            <a:ext cx="8534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584960"/>
            <a:ext cx="5242560" cy="438912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84960"/>
            <a:ext cx="5242560" cy="914400"/>
          </a:xfrm>
          <a:prstGeom prst="roundRect">
            <a:avLst>
              <a:gd name="adj" fmla="val 20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84960"/>
            <a:ext cx="524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533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Existing:ONLINE</a:t>
            </a:r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Booking</a:t>
            </a:r>
            <a:endParaRPr lang="en-US" sz="2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97280" y="280416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traffic, often crashes.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block seats. 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Website charges.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rare discounts.</a:t>
            </a:r>
          </a:p>
          <a:p>
            <a:pPr defTabSz="1219170">
              <a:spcAft>
                <a:spcPts val="1067"/>
              </a:spcAft>
              <a:buSzPct val="100000"/>
            </a:pP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584960"/>
            <a:ext cx="5242560" cy="4389120"/>
          </a:xfrm>
          <a:prstGeom prst="roundRect">
            <a:avLst>
              <a:gd name="adj" fmla="val 416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84960"/>
            <a:ext cx="5242560" cy="91440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84960"/>
            <a:ext cx="524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Online Booking</a:t>
            </a:r>
            <a:endParaRPr lang="en-US" sz="2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83680" y="280416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80990" indent="-380990" defTabSz="121917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 , can run offline maintained by theatre owners.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marL="380990" indent="-380990" defTabSz="121917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prstClr val="black"/>
                </a:solidFill>
                <a:latin typeface="Calibri" panose="020F0502020204030204"/>
              </a:rPr>
              <a:t>Less traffic , doesn’t crash</a:t>
            </a:r>
          </a:p>
          <a:p>
            <a:pPr marL="380990" indent="-380990" defTabSz="121917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of seats.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Comparatively less charges.</a:t>
            </a:r>
          </a:p>
          <a:p>
            <a:pPr marL="380990" indent="-380990" defTabSz="1219170">
              <a:spcAft>
                <a:spcPts val="1067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33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Discounts for heavy purchase of tickets </a:t>
            </a:r>
          </a:p>
          <a:p>
            <a:pPr defTabSz="1219170">
              <a:spcAft>
                <a:spcPts val="1067"/>
              </a:spcAft>
              <a:buSzPct val="100000"/>
            </a:pP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109" name="Topic Data types"/>
          <p:cNvSpPr/>
          <p:nvPr/>
        </p:nvSpPr>
        <p:spPr>
          <a:xfrm>
            <a:off x="838200" y="1700000"/>
            <a:ext cx="3338533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Data types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int, char, String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double, Boolean</a:t>
            </a:r>
          </a:p>
        </p:txBody>
      </p:sp>
      <p:sp>
        <p:nvSpPr>
          <p:cNvPr id="110" name="Topic Operators"/>
          <p:cNvSpPr/>
          <p:nvPr/>
        </p:nvSpPr>
        <p:spPr>
          <a:xfrm>
            <a:off x="4426733" y="1700000"/>
            <a:ext cx="3338533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Operators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Arithmetic (+, -, *, /)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Relational (&gt;, &lt;=, ==)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Logical (&amp;&amp;, !)</a:t>
            </a:r>
          </a:p>
        </p:txBody>
      </p:sp>
      <p:sp>
        <p:nvSpPr>
          <p:cNvPr id="111" name="Topic Input"/>
          <p:cNvSpPr/>
          <p:nvPr/>
        </p:nvSpPr>
        <p:spPr>
          <a:xfrm>
            <a:off x="8015266" y="1700000"/>
            <a:ext cx="3338533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Input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Scanner class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112" name="Topic Conditional statements"/>
          <p:cNvSpPr/>
          <p:nvPr/>
        </p:nvSpPr>
        <p:spPr>
          <a:xfrm>
            <a:off x="838200" y="1700000"/>
            <a:ext cx="5132800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Conditional statements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if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if-else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switch case (with default)</a:t>
            </a:r>
          </a:p>
        </p:txBody>
      </p:sp>
      <p:sp>
        <p:nvSpPr>
          <p:cNvPr id="113" name="Topic Control statements"/>
          <p:cNvSpPr/>
          <p:nvPr/>
        </p:nvSpPr>
        <p:spPr>
          <a:xfrm>
            <a:off x="6221000" y="1700000"/>
            <a:ext cx="5132800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Control statements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for loop (nested)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for-each loop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break, continue, return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114" name="Topic Arrays"/>
          <p:cNvSpPr/>
          <p:nvPr/>
        </p:nvSpPr>
        <p:spPr>
          <a:xfrm>
            <a:off x="838200" y="1700000"/>
            <a:ext cx="5132800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Arrays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1-D array (String[] movies)</a:t>
            </a:r>
          </a:p>
        </p:txBody>
      </p:sp>
      <p:sp>
        <p:nvSpPr>
          <p:cNvPr id="115" name="Topic Methods"/>
          <p:cNvSpPr/>
          <p:nvPr/>
        </p:nvSpPr>
        <p:spPr>
          <a:xfrm>
            <a:off x="6221000" y="1700000"/>
            <a:ext cx="5132800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Methods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static void methods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Methods with parameters and return values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Method overloading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116" name="Topic Constructors"/>
          <p:cNvSpPr/>
          <p:nvPr/>
        </p:nvSpPr>
        <p:spPr>
          <a:xfrm>
            <a:off x="838200" y="1700000"/>
            <a:ext cx="3338533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Constructors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Default constructor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Parameterized constructor</a:t>
            </a:r>
          </a:p>
        </p:txBody>
      </p:sp>
      <p:sp>
        <p:nvSpPr>
          <p:cNvPr id="117" name="Topic Abstraction"/>
          <p:cNvSpPr/>
          <p:nvPr/>
        </p:nvSpPr>
        <p:spPr>
          <a:xfrm>
            <a:off x="4426733" y="1700000"/>
            <a:ext cx="3338533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Abstraction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abstract class with abstract methods</a:t>
            </a:r>
          </a:p>
        </p:txBody>
      </p:sp>
      <p:sp>
        <p:nvSpPr>
          <p:cNvPr id="118" name="Topic Encapsulation"/>
          <p:cNvSpPr/>
          <p:nvPr/>
        </p:nvSpPr>
        <p:spPr>
          <a:xfrm>
            <a:off x="8015266" y="1700000"/>
            <a:ext cx="3338533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Encapsulation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private data members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public getters and setters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119" name="Topic String handling"/>
          <p:cNvSpPr/>
          <p:nvPr/>
        </p:nvSpPr>
        <p:spPr>
          <a:xfrm>
            <a:off x="838200" y="1700000"/>
            <a:ext cx="5132800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String handling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String methods: </a:t>
            </a:r>
            <a:r>
              <a:rPr lang="en-IN" sz="2000" b="0" dirty="0" err="1">
                <a:solidFill>
                  <a:srgbClr val="1F2937"/>
                </a:solidFill>
              </a:rPr>
              <a:t>nextLine</a:t>
            </a:r>
            <a:r>
              <a:rPr lang="en-IN" sz="2000" b="0" dirty="0">
                <a:solidFill>
                  <a:srgbClr val="1F2937"/>
                </a:solidFill>
              </a:rPr>
              <a:t>(),</a:t>
            </a:r>
            <a:r>
              <a:rPr lang="en-IN" sz="2000" b="0" dirty="0" err="1">
                <a:solidFill>
                  <a:srgbClr val="1F2937"/>
                </a:solidFill>
              </a:rPr>
              <a:t>toLowerCase</a:t>
            </a:r>
            <a:r>
              <a:rPr lang="en-IN" sz="2000" b="0" dirty="0">
                <a:solidFill>
                  <a:srgbClr val="1F2937"/>
                </a:solidFill>
              </a:rPr>
              <a:t>(), </a:t>
            </a:r>
            <a:r>
              <a:rPr lang="en-IN" sz="2000" b="0" dirty="0" err="1">
                <a:solidFill>
                  <a:srgbClr val="1F2937"/>
                </a:solidFill>
              </a:rPr>
              <a:t>toUpperCase</a:t>
            </a:r>
            <a:r>
              <a:rPr lang="en-IN" sz="2000" b="0" dirty="0">
                <a:solidFill>
                  <a:srgbClr val="1F2937"/>
                </a:solidFill>
              </a:rPr>
              <a:t>().</a:t>
            </a:r>
          </a:p>
        </p:txBody>
      </p:sp>
      <p:sp>
        <p:nvSpPr>
          <p:cNvPr id="120" name="Topic File handling"/>
          <p:cNvSpPr/>
          <p:nvPr/>
        </p:nvSpPr>
        <p:spPr>
          <a:xfrm>
            <a:off x="6230144" y="1700000"/>
            <a:ext cx="5132800" cy="33000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</p:spPr>
        <p:txBody>
          <a:bodyPr wrap="square" lIns="228600" tIns="228600" rIns="228600" bIns="228600" anchor="t">
            <a:no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E3A8A"/>
                </a:solidFill>
              </a:rPr>
              <a:t>File handling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Writing seat booking details into a file </a:t>
            </a:r>
          </a:p>
          <a:p>
            <a:pPr algn="l">
              <a:spcAft>
                <a:spcPts val="600"/>
              </a:spcAft>
            </a:pPr>
            <a:endParaRPr lang="en-IN" sz="2000" b="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000"/>
            <a:ext cx="10515600" cy="4200000"/>
          </a:xfrm>
        </p:spPr>
        <p:txBody>
          <a:bodyPr/>
          <a:lstStyle/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The system lets users choose a movie, view the seat layout and book tickets.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Fares are calculated by seat type, with a group discount on bulk bookings and an automatic bill.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It runs locally, avoids seat blocking and keeps booking fast, simple and error-free.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-IN" sz="2000" b="0" dirty="0">
                <a:solidFill>
                  <a:srgbClr val="1F2937"/>
                </a:solidFill>
              </a:rPr>
              <a:t>The project applies Java concepts from CO1 to CO5 and is easy to extend.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122" name="Program flowchart" descr="Program flow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87" y="1600000"/>
            <a:ext cx="2736363" cy="43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23" name="Program flowchart caption"/>
          <p:cNvSpPr/>
          <p:nvPr/>
        </p:nvSpPr>
        <p:spPr>
          <a:xfrm>
            <a:off x="872387" y="5940000"/>
            <a:ext cx="2736363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200" b="0" dirty="0">
                <a:solidFill>
                  <a:srgbClr val="64748B"/>
                </a:solidFill>
              </a:rPr>
              <a:t>Program flowchart</a:t>
            </a:r>
          </a:p>
        </p:txBody>
      </p:sp>
      <p:pic>
        <p:nvPicPr>
          <p:cNvPr id="124" name="Program output" descr="Program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50" y="1600000"/>
            <a:ext cx="2553125" cy="43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25" name="Program output caption"/>
          <p:cNvSpPr/>
          <p:nvPr/>
        </p:nvSpPr>
        <p:spPr>
          <a:xfrm>
            <a:off x="3858750" y="5940000"/>
            <a:ext cx="25531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200" b="0" dirty="0">
                <a:solidFill>
                  <a:srgbClr val="64748B"/>
                </a:solidFill>
              </a:rPr>
              <a:t>Program output</a:t>
            </a:r>
          </a:p>
        </p:txBody>
      </p:sp>
      <p:pic>
        <p:nvPicPr>
          <p:cNvPr id="126" name="Program output (contd.)" descr="Program output (contd.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875" y="1600000"/>
            <a:ext cx="4657737" cy="4300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27" name="Program output (contd.) caption"/>
          <p:cNvSpPr/>
          <p:nvPr/>
        </p:nvSpPr>
        <p:spPr>
          <a:xfrm>
            <a:off x="6661875" y="5940000"/>
            <a:ext cx="4657737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200" b="0" dirty="0">
                <a:solidFill>
                  <a:srgbClr val="64748B"/>
                </a:solidFill>
              </a:rPr>
              <a:t>Program output (contd.)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128" name="Geo tag photo placeholder"/>
          <p:cNvSpPr/>
          <p:nvPr/>
        </p:nvSpPr>
        <p:spPr>
          <a:xfrm>
            <a:off x="838200" y="1700000"/>
            <a:ext cx="5107800" cy="43000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94A3B8"/>
            </a:solidFill>
            <a:prstDash val="dash"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2000" b="0" dirty="0">
                <a:solidFill>
                  <a:srgbClr val="64748B"/>
                </a:solidFill>
              </a:rPr>
              <a:t>Paste geo-tagged photo here</a:t>
            </a:r>
          </a:p>
        </p:txBody>
      </p:sp>
      <p:sp>
        <p:nvSpPr>
          <p:cNvPr id="129" name="GitHub link placeholder"/>
          <p:cNvSpPr/>
          <p:nvPr/>
        </p:nvSpPr>
        <p:spPr>
          <a:xfrm>
            <a:off x="6246000" y="1700000"/>
            <a:ext cx="5107800" cy="430000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94A3B8"/>
            </a:solidFill>
            <a:prstDash val="dash"/>
          </a:ln>
        </p:spPr>
        <p:txBody>
          <a:bodyPr wrap="square" lIns="137160" tIns="137160" rIns="137160" bIns="137160" anchor="ctr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r>
              <a:rPr lang="en-IN" sz="2200" b="1" dirty="0">
                <a:solidFill>
                  <a:srgbClr val="1E3A8A"/>
                </a:solidFill>
              </a:rPr>
              <a:t>GitHub link</a:t>
            </a: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endParaRPr lang="en-IN" sz="2200" b="1" dirty="0">
              <a:solidFill>
                <a:srgbClr val="1E3A8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FBB0E-D243-738C-9AEB-B177E6A8AA82}"/>
              </a:ext>
            </a:extLst>
          </p:cNvPr>
          <p:cNvSpPr txBox="1"/>
          <p:nvPr/>
        </p:nvSpPr>
        <p:spPr>
          <a:xfrm>
            <a:off x="7123824" y="3526834"/>
            <a:ext cx="47908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https://github.com/Guthiharshadeep-lang/Batch-32-PSPJ-PROJECT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461</Words>
  <Application>Microsoft Office PowerPoint</Application>
  <PresentationFormat>Widescreen</PresentationFormat>
  <Paragraphs>123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CO 1 Topics</vt:lpstr>
      <vt:lpstr>Co 2 TOPICS</vt:lpstr>
      <vt:lpstr>CO 3 Topics</vt:lpstr>
      <vt:lpstr>CO 4</vt:lpstr>
      <vt:lpstr>CO 5</vt:lpstr>
      <vt:lpstr>Conclusion: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guthiharshadeep@outlook.com</cp:lastModifiedBy>
  <cp:revision>7</cp:revision>
  <dcterms:created xsi:type="dcterms:W3CDTF">2026-09-15T09:57:10Z</dcterms:created>
  <dcterms:modified xsi:type="dcterms:W3CDTF">2026-10-16T06:25:28Z</dcterms:modified>
</cp:coreProperties>
</file>